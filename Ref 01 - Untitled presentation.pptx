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0a023fe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0a023fe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91825" y="1250400"/>
            <a:ext cx="40167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C:\Users\kamal&gt;node --version &amp;&amp; npm --version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 install on c:\nodejs\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C:\nodejs&gt;npm install -g --unsafe-perm node-red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added 311 packages in 29s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63 packages are looking for funding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 run `npm fund` for details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npm notice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npm notice New major version of npm available! 10.9.2 -&gt; 11.1.0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npm notice Changelog: https://github.com/npm/cli/releases/tag/v11.1.0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npm notice To update run: npm install -g npm@11.1.0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npm notice</a:t>
            </a:r>
            <a:endParaRPr sz="12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408900" y="1250400"/>
            <a:ext cx="4659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C:\nodejs&gt;npm install -g npm@11.1.0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added 1 package in 5s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24 packages are looking for funding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run `npm fund` for details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C:\nodejs&gt;node-red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12 Feb 08:49:22 - [info]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Welcome to Node-RED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===================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12 Feb 08:49:22 - [info] Node-RED version: v4.0.8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12 Feb 08:49:22 - [info] Node.js  version: v22.14.0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12 Feb 08:49:22 - [info] Windows_NT 10.0.26100 x64 LE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