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google.com/document/d/1h0yJ0yWqyIJRZqCV0QJUvgcm8uub6QDDJiXWvb_E9R0/edit?usp=sharing" TargetMode="External"/><Relationship Id="rId10" Type="http://schemas.openxmlformats.org/officeDocument/2006/relationships/image" Target="../media/image4.png"/><Relationship Id="rId13" Type="http://schemas.openxmlformats.org/officeDocument/2006/relationships/hyperlink" Target="https://docs.google.com/document/d/1Vlkrq8Mg8EPaEeuap6g7kgTYy5SyzJRQZ7bwUxMXqHI/edit?usp=sharing" TargetMode="External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thingspeak.mathworks.com/channels/737192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6.jpg"/><Relationship Id="rId15" Type="http://schemas.openxmlformats.org/officeDocument/2006/relationships/image" Target="../media/image3.png"/><Relationship Id="rId14" Type="http://schemas.openxmlformats.org/officeDocument/2006/relationships/image" Target="../media/image8.png"/><Relationship Id="rId5" Type="http://schemas.openxmlformats.org/officeDocument/2006/relationships/hyperlink" Target="https://docs.google.com/document/d/1WeQiBQrzLKYKMN_65blazA7IylUoWKOSAWZ2wz_qLnU/edit?usp=sharing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hyperlink" Target="https://docs.google.com/document/d/15bSKAkfdZFZ48S3MNXBnj9t35sBAD6hzm77tapSgv7k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033075" y="1919675"/>
            <a:ext cx="1714500" cy="2727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19066" l="0" r="0" t="17441"/>
          <a:stretch/>
        </p:blipFill>
        <p:spPr>
          <a:xfrm>
            <a:off x="7494900" y="2296575"/>
            <a:ext cx="961300" cy="4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3600" y="3483975"/>
            <a:ext cx="663900" cy="66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72500" y="3065125"/>
            <a:ext cx="1027603" cy="6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6750" y="810250"/>
            <a:ext cx="11811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81722" y="3679025"/>
            <a:ext cx="638100" cy="5849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" name="Google Shape;60;p13"/>
          <p:cNvCxnSpPr>
            <a:stCxn id="55" idx="2"/>
            <a:endCxn id="56" idx="0"/>
          </p:cNvCxnSpPr>
          <p:nvPr/>
        </p:nvCxnSpPr>
        <p:spPr>
          <a:xfrm flipH="1" rot="-5400000">
            <a:off x="7611650" y="3119375"/>
            <a:ext cx="728400" cy="600"/>
          </a:xfrm>
          <a:prstGeom prst="curvedConnector3">
            <a:avLst>
              <a:gd fmla="val 5000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" name="Google Shape;61;p13"/>
          <p:cNvCxnSpPr>
            <a:stCxn id="57" idx="3"/>
            <a:endCxn id="55" idx="1"/>
          </p:cNvCxnSpPr>
          <p:nvPr/>
        </p:nvCxnSpPr>
        <p:spPr>
          <a:xfrm flipH="1" rot="10800000">
            <a:off x="6500103" y="2525900"/>
            <a:ext cx="994800" cy="8799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" name="Google Shape;62;p13"/>
          <p:cNvCxnSpPr>
            <a:stCxn id="57" idx="1"/>
            <a:endCxn id="63" idx="3"/>
          </p:cNvCxnSpPr>
          <p:nvPr/>
        </p:nvCxnSpPr>
        <p:spPr>
          <a:xfrm flipH="1">
            <a:off x="4459100" y="3405800"/>
            <a:ext cx="1013400" cy="6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" name="Google Shape;64;p13"/>
          <p:cNvCxnSpPr>
            <a:stCxn id="63" idx="1"/>
            <a:endCxn id="65" idx="3"/>
          </p:cNvCxnSpPr>
          <p:nvPr/>
        </p:nvCxnSpPr>
        <p:spPr>
          <a:xfrm rot="10800000">
            <a:off x="2256425" y="2638700"/>
            <a:ext cx="1521300" cy="7671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6" name="Google Shape;66;p13"/>
          <p:cNvCxnSpPr>
            <a:stCxn id="58" idx="1"/>
            <a:endCxn id="65" idx="0"/>
          </p:cNvCxnSpPr>
          <p:nvPr/>
        </p:nvCxnSpPr>
        <p:spPr>
          <a:xfrm flipH="1">
            <a:off x="1937550" y="1400800"/>
            <a:ext cx="1699200" cy="8958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3"/>
          <p:cNvCxnSpPr>
            <a:stCxn id="65" idx="1"/>
            <a:endCxn id="68" idx="1"/>
          </p:cNvCxnSpPr>
          <p:nvPr/>
        </p:nvCxnSpPr>
        <p:spPr>
          <a:xfrm>
            <a:off x="1618388" y="2638681"/>
            <a:ext cx="114000" cy="592800"/>
          </a:xfrm>
          <a:prstGeom prst="curvedConnector3">
            <a:avLst>
              <a:gd fmla="val -20888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3"/>
          <p:cNvCxnSpPr>
            <a:stCxn id="68" idx="1"/>
            <a:endCxn id="59" idx="1"/>
          </p:cNvCxnSpPr>
          <p:nvPr/>
        </p:nvCxnSpPr>
        <p:spPr>
          <a:xfrm flipH="1">
            <a:off x="1581653" y="3231623"/>
            <a:ext cx="150600" cy="739800"/>
          </a:xfrm>
          <a:prstGeom prst="curvedConnector3">
            <a:avLst>
              <a:gd fmla="val 25807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3"/>
          <p:cNvSpPr txBox="1"/>
          <p:nvPr/>
        </p:nvSpPr>
        <p:spPr>
          <a:xfrm>
            <a:off x="1030952" y="4302385"/>
            <a:ext cx="1714500" cy="338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r:id="rId11"/>
              </a:rPr>
              <a:t>Docker</a:t>
            </a:r>
            <a:endParaRPr b="1" sz="1000">
              <a:solidFill>
                <a:schemeClr val="dk2"/>
              </a:solidFill>
            </a:endParaRPr>
          </a:p>
        </p:txBody>
      </p:sp>
      <p:grpSp>
        <p:nvGrpSpPr>
          <p:cNvPr id="71" name="Google Shape;71;p13"/>
          <p:cNvGrpSpPr/>
          <p:nvPr/>
        </p:nvGrpSpPr>
        <p:grpSpPr>
          <a:xfrm>
            <a:off x="3654600" y="3065125"/>
            <a:ext cx="1145400" cy="877450"/>
            <a:chOff x="2884350" y="2094775"/>
            <a:chExt cx="1145400" cy="877450"/>
          </a:xfrm>
        </p:grpSpPr>
        <p:pic>
          <p:nvPicPr>
            <p:cNvPr id="63" name="Google Shape;63;p1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007475" y="2094775"/>
              <a:ext cx="681350" cy="681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3"/>
            <p:cNvSpPr txBox="1"/>
            <p:nvPr/>
          </p:nvSpPr>
          <p:spPr>
            <a:xfrm>
              <a:off x="2884350" y="2695325"/>
              <a:ext cx="1145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</a:rPr>
                <a:t>DDNS : harmonis.ddns.net</a:t>
              </a:r>
              <a:endParaRPr sz="600">
                <a:solidFill>
                  <a:schemeClr val="dk2"/>
                </a:solidFill>
              </a:endParaRPr>
            </a:p>
          </p:txBody>
        </p:sp>
      </p:grpSp>
      <p:sp>
        <p:nvSpPr>
          <p:cNvPr id="73" name="Google Shape;73;p13">
            <a:hlinkClick r:id="rId13"/>
          </p:cNvPr>
          <p:cNvSpPr/>
          <p:nvPr/>
        </p:nvSpPr>
        <p:spPr>
          <a:xfrm>
            <a:off x="1033075" y="4641075"/>
            <a:ext cx="17172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Install </a:t>
            </a:r>
            <a:r>
              <a:rPr lang="en" sz="800"/>
              <a:t>Node Red</a:t>
            </a:r>
            <a:r>
              <a:rPr lang="en" sz="800"/>
              <a:t>, grafana and influxdb</a:t>
            </a:r>
            <a:endParaRPr sz="800"/>
          </a:p>
        </p:txBody>
      </p:sp>
      <p:grpSp>
        <p:nvGrpSpPr>
          <p:cNvPr id="74" name="Google Shape;74;p13"/>
          <p:cNvGrpSpPr/>
          <p:nvPr/>
        </p:nvGrpSpPr>
        <p:grpSpPr>
          <a:xfrm>
            <a:off x="1681223" y="3017572"/>
            <a:ext cx="512422" cy="584975"/>
            <a:chOff x="4682500" y="3846625"/>
            <a:chExt cx="796800" cy="871925"/>
          </a:xfrm>
        </p:grpSpPr>
        <p:pic>
          <p:nvPicPr>
            <p:cNvPr id="68" name="Google Shape;68;p13"/>
            <p:cNvPicPr preferRelativeResize="0"/>
            <p:nvPr/>
          </p:nvPicPr>
          <p:blipFill rotWithShape="1">
            <a:blip r:embed="rId14">
              <a:alphaModFix/>
            </a:blip>
            <a:srcRect b="30483" l="23185" r="62505" t="31105"/>
            <a:stretch/>
          </p:blipFill>
          <p:spPr>
            <a:xfrm>
              <a:off x="4761850" y="3846625"/>
              <a:ext cx="638100" cy="6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3"/>
            <p:cNvPicPr preferRelativeResize="0"/>
            <p:nvPr/>
          </p:nvPicPr>
          <p:blipFill rotWithShape="1">
            <a:blip r:embed="rId14">
              <a:alphaModFix/>
            </a:blip>
            <a:srcRect b="31413" l="38024" r="23586" t="31011"/>
            <a:stretch/>
          </p:blipFill>
          <p:spPr>
            <a:xfrm>
              <a:off x="4682500" y="4428025"/>
              <a:ext cx="796800" cy="2905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5" name="Google Shape;65;p13"/>
          <p:cNvPicPr preferRelativeResize="0"/>
          <p:nvPr/>
        </p:nvPicPr>
        <p:blipFill rotWithShape="1">
          <a:blip r:embed="rId15">
            <a:alphaModFix/>
          </a:blip>
          <a:srcRect b="12230" l="26169" r="27040" t="7306"/>
          <a:stretch/>
        </p:blipFill>
        <p:spPr>
          <a:xfrm>
            <a:off x="1618388" y="2296575"/>
            <a:ext cx="638101" cy="68421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/>
          <p:nvPr/>
        </p:nvSpPr>
        <p:spPr>
          <a:xfrm>
            <a:off x="5581575" y="810250"/>
            <a:ext cx="1521300" cy="40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1</a:t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5581575" y="1398525"/>
            <a:ext cx="1521300" cy="294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2</a:t>
            </a: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5581575" y="1986800"/>
            <a:ext cx="1521300" cy="40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2</a:t>
            </a:r>
            <a:endParaRPr/>
          </a:p>
        </p:txBody>
      </p:sp>
      <p:cxnSp>
        <p:nvCxnSpPr>
          <p:cNvPr id="79" name="Google Shape;79;p13"/>
          <p:cNvCxnSpPr>
            <a:stCxn id="76" idx="2"/>
            <a:endCxn id="58" idx="3"/>
          </p:cNvCxnSpPr>
          <p:nvPr/>
        </p:nvCxnSpPr>
        <p:spPr>
          <a:xfrm flipH="1">
            <a:off x="4817775" y="1011850"/>
            <a:ext cx="763800" cy="389100"/>
          </a:xfrm>
          <a:prstGeom prst="curvedConnector3">
            <a:avLst>
              <a:gd fmla="val 4999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3"/>
          <p:cNvCxnSpPr>
            <a:stCxn id="77" idx="2"/>
            <a:endCxn id="58" idx="3"/>
          </p:cNvCxnSpPr>
          <p:nvPr/>
        </p:nvCxnSpPr>
        <p:spPr>
          <a:xfrm rot="10800000">
            <a:off x="4817775" y="1400775"/>
            <a:ext cx="763800" cy="144900"/>
          </a:xfrm>
          <a:prstGeom prst="curvedConnector3">
            <a:avLst>
              <a:gd fmla="val 4999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3"/>
          <p:cNvCxnSpPr>
            <a:stCxn id="78" idx="2"/>
            <a:endCxn id="58" idx="3"/>
          </p:cNvCxnSpPr>
          <p:nvPr/>
        </p:nvCxnSpPr>
        <p:spPr>
          <a:xfrm rot="10800000">
            <a:off x="4817775" y="1400900"/>
            <a:ext cx="763800" cy="787500"/>
          </a:xfrm>
          <a:prstGeom prst="curvedConnector3">
            <a:avLst>
              <a:gd fmla="val 4999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